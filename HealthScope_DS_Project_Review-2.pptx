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257" r:id="rId4"/>
    <p:sldId id="707" r:id="rId5"/>
    <p:sldId id="903" r:id="rId6"/>
    <p:sldId id="258" r:id="rId7"/>
    <p:sldId id="902" r:id="rId8"/>
    <p:sldId id="260" r:id="rId9"/>
    <p:sldId id="90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62201"/>
              </p:ext>
            </p:extLst>
          </p:nvPr>
        </p:nvGraphicFramePr>
        <p:xfrm>
          <a:off x="7452360" y="4898509"/>
          <a:ext cx="4442961" cy="154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2961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1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Dinesh Kumar             2420030169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Siril Punna                        2420030300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Sri Vastav                     2420030320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4108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2434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Asst.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708203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6602"/>
            <a:ext cx="1071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HealthScope – A Full-Lifecycle Public Health Analytics &amp; Risk Dashboard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A8899-353B-7B85-BBEF-47F6AD89DDE6}"/>
              </a:ext>
            </a:extLst>
          </p:cNvPr>
          <p:cNvSpPr txBox="1"/>
          <p:nvPr/>
        </p:nvSpPr>
        <p:spPr>
          <a:xfrm>
            <a:off x="615636" y="6286198"/>
            <a:ext cx="6495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Date – 11-09-2026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Public health data remains scattered across hospital records, government health surveys, disease-surveillance systems, and wearable/IoT health devices, with no unified view of population health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Manual, siloed reporting delays the detection of disease outbreaks and rising chronic-illness trends, often surfacing risks only after significant harm has occurred.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Existing public-health portals mostly offer static, after-the-fact statistical reports rather than proactive, predictive risk forecasts.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Citizens and health officials lack real-time alerts for emerging outbreaks, high-risk population segments, or early warning signs across regions.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no single, scalable platform that connects demographic, clinical, environmental, and behavioral data to assess public-health risk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a need for a secure, full-lifecycle data-science pipeline that can ingest, clean, model, and visualize large-scale health data to support timely, data-driven public-health decisions.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HealthScope is proposed as a full-lifecycle public health analytics and risk-dashboard platform to close this gap.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Real-World Relevance &amp; Motivation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Risks Flagged Too Late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 Unified Health View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Weak Decision Support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Need for Real-Time Analytics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Motivation: One Health Platform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Rising Disease Burden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Fragmented Health Data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Manual, Delayed Reporting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Build a single full-lifecycle pipeline covering data collection, cleaning, and integration of multi-source health data (hospital records, health surveys, disease-surveillance feeds, wearable/IoT data).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Provide Python-based machine-learning models for disease-risk prediction, outbreak forecasting, and population risk-segment classification.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Implement an interactive risk dashboard for real-time visualization of health indicators across regions, demographics, and time periods.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Automate alerts for high-risk threshold breaches, sudden case-count spikes, and unusual health-indicator readings.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Ensure interoperability through open health-data APIs (e.g., WHO, data.gov, national health surveys) for integration with public-health and research systems.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 manual reporting effort and improve early warning and public-health response through intelligent automation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Expected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unified, full-lifecycle analytics platform that ingests, cleans, processes, and visualizes public-health data from multiple sources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Earlier detection of disease outbreaks and high-risk population zones through predictive analytics rather than static, after-the-fact reporting.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An interactive dashboard that gives citizens and health officials real-time visibility into regional and demographic-level public-health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Reduced manual reporting effort through automated data ingestion, forecasting, and alerting.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scalable, interoperable system that can extend to new health indicators, diseases, and regions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34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Wang, Song &amp; Bi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Optimizing Public Health Management with Predictive Analytics: Leveraging the Power of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Applied a Random Forest algorithm with bootstrap sampling and out-of-bag error estimation to multi-factor community health survey data covering older-adult populations.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Random Forest model achieved strong predictive accuracy and ranked feature importance, identifying the socio-economic and health factors most strongly linked to community health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Single-population case study (older adults) using cross-sectional survey data; not yet tested on streaming or multi-institution health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Chen &amp; Long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Predicting Arthritis Risk with Machine Learning: Insights from the 2023 National Health Interview Survey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Used SVM-based feature elimination to select 14 key predictors from over 26,000 NHIS survey respondents, then built a nomogram-style risk model validated with calibration and decision-curve analysis.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resulting model showed strong discriminative accuracy (AUC = 0.813) for arthritis risk, with age, general health, BMI, and comorbidities as leading predictors.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 chronic-disease focus using self-reported survey data; not evaluated for real-time or multi-disease risk monitoring.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Liu, Krentz, Lu &amp; Curcin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Machine Learning Based Prediction Models for Cardiovascular Disease Risk Using Electronic Health Records Data: Systematic Review and 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Systematically reviewed and meta-analyzed 20 studies (32 ML models vs. 26 conventional statistical models) predicting 5-10 year cardiovascular risk from electronic health record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Random forest and deep-learning models outperformed traditional risk scores like QRISK3 and ASCVD, with pooled AUCs up to 0.865.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Substantial variability and limited methodological transparency across reviewed studies; models not yet validated for real-world clinical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Dhanda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Advancement in Public Health Through Machine Learning: A Narrative Review of Opportunities and Ethical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Synthesized 170 peer-reviewed studies (up to 2024/2025) spanning outbreak surveillance, genomic analytics, personalized medicine, and mental-health monitoring in the post-COVID public-health landscape.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Models such as LightGBM, GRU, and LSTM reached 88-95% disease-prediction accuracy, but scalable, data-driven infrastructure is needed to manage the underlying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Data privacy, algorithmic fairness, and institutional readiness remain open challenges; no single reviewed system spans ingestion through a public-facing dashboard.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096000" y="551058"/>
            <a:ext cx="10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Proposed Solution: How HealthScope Addresses the Gap</a:t>
            </a:r>
          </a:p>
        </p:txBody>
      </p:sp>
      <p:sp>
        <p:nvSpPr>
          <p:cNvPr id="2" name="Feasibility Explanation"/>
          <p:cNvSpPr txBox="1"/>
          <p:nvPr/>
        </p:nvSpPr>
        <p:spPr>
          <a:xfrm>
            <a:off x="800100" y="1350000"/>
            <a:ext cx="10600000" cy="11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500" b="0" dirty="0">
                <a:latin typeface="Times New Roman" pitchFamily="18" charset="0"/>
                <a:cs typeface="Times New Roman" pitchFamily="18" charset="0"/>
              </a:rPr>
              <a:t>HealthScope is proposed as a unified, full-lifecycle public health analytics and risk-dashboard platform that combines multi-source health data ingestion, systematic cleaning and preprocessing, and machine-learning-driven risk prediction with an interactive decision-support dashboard. By pairing a reproducible Python-based data-science pipeline with predictive risk models and role-based dashboards, HealthScope moves public-health monitoring from static, after-the-fact reporting toward proactive, real-time decision support.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Research Gap Table"/>
          <p:cNvGraphicFramePr>
            <a:graphicFrameLocks noGrp="1"/>
          </p:cNvGraphicFramePr>
          <p:nvPr/>
        </p:nvGraphicFramePr>
        <p:xfrm>
          <a:off x="800100" y="2750000"/>
          <a:ext cx="10599996" cy="3485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How HealthScope Addresses It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Single-function tools address only prediction, only visualization, or only a single disease/condition.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HealthScope unifies data ingestion, cleaning, risk modeling, and visualization across multiple health indicators in one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High model accuracy in reviewed studies, but tested on static, single-population survey datasets rather than a live decision-support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Built on a reproducible Python data pipeline that applies trained ML models to continuously refreshed health data feeds.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Systematic reviews synthesize model performance across studies but are not connected to a public-facing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Processed data flows directly into an interactive, real-time public health risk dashboard for citizens and officials.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Ensemble and deep-learning models are computationally heavy and evaluated on a single disease or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Lightweight, interpretable Python models are designed to generalize across health indicators, demographics, and regions.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No single reviewed system spans data ingestion, risk prediction, and public decision support end to end.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 full lifecycle: data ingestion → cleaning &amp; preprocessing → risk modeling → dashboard → automated alerts.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01040" y="35821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 Display"/>
              </a:defRPr>
            </a:pPr>
            <a:r>
              <a:rPr dirty="0"/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Programming &amp; ML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Machine Learning (Scikit-learn)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Processing &amp; Big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Pandas / NumPy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Spark (scale-up)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Storage &amp; Caching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Data Lake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PostgreSQL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Sources &amp; Visualization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WHO / data.gov Health APIs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Health Surveys &amp; EHR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Interactive Risk Dashboard (Power BI/Streamlit)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EA4F-6C2E-9A9A-23FE-1277E439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1235</Words>
  <Application>Microsoft Office PowerPoint</Application>
  <PresentationFormat>Widescreen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Dasari Dinesh Kumar</cp:lastModifiedBy>
  <cp:revision>47</cp:revision>
  <dcterms:created xsi:type="dcterms:W3CDTF">2026-08-08T06:33:56Z</dcterms:created>
  <dcterms:modified xsi:type="dcterms:W3CDTF">2026-09-11T03:55:09Z</dcterms:modified>
</cp:coreProperties>
</file>